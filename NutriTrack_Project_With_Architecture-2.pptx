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7" r:id="rId4"/>
    <p:sldId id="257" r:id="rId5"/>
    <p:sldId id="259" r:id="rId6"/>
    <p:sldId id="261" r:id="rId7"/>
    <p:sldId id="263" r:id="rId8"/>
    <p:sldId id="26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437741-EEC1-4A53-8C88-F1FC4A2EA00F}" v="31" dt="2025-12-07T11:13:10.396"/>
    <p1510:client id="{D74450E5-2C17-4CCF-A8EA-14EB9565F8F4}" v="63" dt="2025-12-07T10:54:41.166"/>
    <p1510:client id="{F4483AFE-DF32-2548-98A4-6114349BE6F4}" v="4" dt="2025-12-07T11:05:50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M AHIRE STUDENT AGN" userId="S::2569.agn@aryagurukul.in::9abeacb0-24a3-4fe0-862d-26f9524bb553" providerId="AD" clId="Web-{D74450E5-2C17-4CCF-A8EA-14EB9565F8F4}"/>
    <pc:docChg chg="addSld delSld modSld sldOrd">
      <pc:chgData name="SOHAM AHIRE STUDENT AGN" userId="S::2569.agn@aryagurukul.in::9abeacb0-24a3-4fe0-862d-26f9524bb553" providerId="AD" clId="Web-{D74450E5-2C17-4CCF-A8EA-14EB9565F8F4}" dt="2025-12-07T10:54:39.901" v="62" actId="20577"/>
      <pc:docMkLst>
        <pc:docMk/>
      </pc:docMkLst>
      <pc:sldChg chg="modSp">
        <pc:chgData name="SOHAM AHIRE STUDENT AGN" userId="S::2569.agn@aryagurukul.in::9abeacb0-24a3-4fe0-862d-26f9524bb553" providerId="AD" clId="Web-{D74450E5-2C17-4CCF-A8EA-14EB9565F8F4}" dt="2025-12-07T10:49:35.431" v="37" actId="20577"/>
        <pc:sldMkLst>
          <pc:docMk/>
          <pc:sldMk cId="0" sldId="256"/>
        </pc:sldMkLst>
        <pc:spChg chg="mod">
          <ac:chgData name="SOHAM AHIRE STUDENT AGN" userId="S::2569.agn@aryagurukul.in::9abeacb0-24a3-4fe0-862d-26f9524bb553" providerId="AD" clId="Web-{D74450E5-2C17-4CCF-A8EA-14EB9565F8F4}" dt="2025-12-07T10:49:35.431" v="37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SOHAM AHIRE STUDENT AGN" userId="S::2569.agn@aryagurukul.in::9abeacb0-24a3-4fe0-862d-26f9524bb553" providerId="AD" clId="Web-{D74450E5-2C17-4CCF-A8EA-14EB9565F8F4}" dt="2025-12-07T10:51:48.775" v="47" actId="20577"/>
        <pc:sldMkLst>
          <pc:docMk/>
          <pc:sldMk cId="0" sldId="259"/>
        </pc:sldMkLst>
        <pc:spChg chg="mod">
          <ac:chgData name="SOHAM AHIRE STUDENT AGN" userId="S::2569.agn@aryagurukul.in::9abeacb0-24a3-4fe0-862d-26f9524bb553" providerId="AD" clId="Web-{D74450E5-2C17-4CCF-A8EA-14EB9565F8F4}" dt="2025-12-07T10:51:37.259" v="44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SOHAM AHIRE STUDENT AGN" userId="S::2569.agn@aryagurukul.in::9abeacb0-24a3-4fe0-862d-26f9524bb553" providerId="AD" clId="Web-{D74450E5-2C17-4CCF-A8EA-14EB9565F8F4}" dt="2025-12-07T10:51:48.775" v="47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del ord">
        <pc:chgData name="SOHAM AHIRE STUDENT AGN" userId="S::2569.agn@aryagurukul.in::9abeacb0-24a3-4fe0-862d-26f9524bb553" providerId="AD" clId="Web-{D74450E5-2C17-4CCF-A8EA-14EB9565F8F4}" dt="2025-12-07T10:53:26.134" v="51"/>
        <pc:sldMkLst>
          <pc:docMk/>
          <pc:sldMk cId="0" sldId="260"/>
        </pc:sldMkLst>
        <pc:picChg chg="mod modCrop">
          <ac:chgData name="SOHAM AHIRE STUDENT AGN" userId="S::2569.agn@aryagurukul.in::9abeacb0-24a3-4fe0-862d-26f9524bb553" providerId="AD" clId="Web-{D74450E5-2C17-4CCF-A8EA-14EB9565F8F4}" dt="2025-12-07T10:52:19.712" v="49"/>
          <ac:picMkLst>
            <pc:docMk/>
            <pc:sldMk cId="0" sldId="260"/>
            <ac:picMk id="4" creationId="{00000000-0000-0000-0000-000000000000}"/>
          </ac:picMkLst>
        </pc:picChg>
      </pc:sldChg>
      <pc:sldChg chg="del">
        <pc:chgData name="SOHAM AHIRE STUDENT AGN" userId="S::2569.agn@aryagurukul.in::9abeacb0-24a3-4fe0-862d-26f9524bb553" providerId="AD" clId="Web-{D74450E5-2C17-4CCF-A8EA-14EB9565F8F4}" dt="2025-12-07T10:53:50.056" v="52"/>
        <pc:sldMkLst>
          <pc:docMk/>
          <pc:sldMk cId="0" sldId="264"/>
        </pc:sldMkLst>
      </pc:sldChg>
      <pc:sldChg chg="del">
        <pc:chgData name="SOHAM AHIRE STUDENT AGN" userId="S::2569.agn@aryagurukul.in::9abeacb0-24a3-4fe0-862d-26f9524bb553" providerId="AD" clId="Web-{D74450E5-2C17-4CCF-A8EA-14EB9565F8F4}" dt="2025-12-07T10:53:56.759" v="53"/>
        <pc:sldMkLst>
          <pc:docMk/>
          <pc:sldMk cId="0" sldId="265"/>
        </pc:sldMkLst>
      </pc:sldChg>
      <pc:sldChg chg="modSp new">
        <pc:chgData name="SOHAM AHIRE STUDENT AGN" userId="S::2569.agn@aryagurukul.in::9abeacb0-24a3-4fe0-862d-26f9524bb553" providerId="AD" clId="Web-{D74450E5-2C17-4CCF-A8EA-14EB9565F8F4}" dt="2025-12-07T10:54:39.901" v="62" actId="20577"/>
        <pc:sldMkLst>
          <pc:docMk/>
          <pc:sldMk cId="929879204" sldId="268"/>
        </pc:sldMkLst>
        <pc:spChg chg="mod">
          <ac:chgData name="SOHAM AHIRE STUDENT AGN" userId="S::2569.agn@aryagurukul.in::9abeacb0-24a3-4fe0-862d-26f9524bb553" providerId="AD" clId="Web-{D74450E5-2C17-4CCF-A8EA-14EB9565F8F4}" dt="2025-12-07T10:54:39.901" v="62" actId="20577"/>
          <ac:spMkLst>
            <pc:docMk/>
            <pc:sldMk cId="929879204" sldId="268"/>
            <ac:spMk id="2" creationId="{4F9AEFDB-56E4-7F5C-14BE-9B318640A6F7}"/>
          </ac:spMkLst>
        </pc:spChg>
      </pc:sldChg>
    </pc:docChg>
  </pc:docChgLst>
  <pc:docChgLst>
    <pc:chgData name="SOHAM AHIRE STUDENT AGN" userId="9abeacb0-24a3-4fe0-862d-26f9524bb553" providerId="ADAL" clId="{CF2050F1-78B8-F74B-9269-57132190F89C}"/>
    <pc:docChg chg="undo custSel modSld">
      <pc:chgData name="SOHAM AHIRE STUDENT AGN" userId="9abeacb0-24a3-4fe0-862d-26f9524bb553" providerId="ADAL" clId="{CF2050F1-78B8-F74B-9269-57132190F89C}" dt="2025-12-07T11:10:17.856" v="2" actId="26606"/>
      <pc:docMkLst>
        <pc:docMk/>
      </pc:docMkLst>
      <pc:sldChg chg="addSp delSp modSp mod setBg">
        <pc:chgData name="SOHAM AHIRE STUDENT AGN" userId="9abeacb0-24a3-4fe0-862d-26f9524bb553" providerId="ADAL" clId="{CF2050F1-78B8-F74B-9269-57132190F89C}" dt="2025-12-07T11:10:17.856" v="2" actId="26606"/>
        <pc:sldMkLst>
          <pc:docMk/>
          <pc:sldMk cId="929879204" sldId="268"/>
        </pc:sldMkLst>
        <pc:spChg chg="mod">
          <ac:chgData name="SOHAM AHIRE STUDENT AGN" userId="9abeacb0-24a3-4fe0-862d-26f9524bb553" providerId="ADAL" clId="{CF2050F1-78B8-F74B-9269-57132190F89C}" dt="2025-12-07T11:10:17.856" v="2" actId="26606"/>
          <ac:spMkLst>
            <pc:docMk/>
            <pc:sldMk cId="929879204" sldId="268"/>
            <ac:spMk id="2" creationId="{4F9AEFDB-56E4-7F5C-14BE-9B318640A6F7}"/>
          </ac:spMkLst>
        </pc:spChg>
        <pc:spChg chg="mod">
          <ac:chgData name="SOHAM AHIRE STUDENT AGN" userId="9abeacb0-24a3-4fe0-862d-26f9524bb553" providerId="ADAL" clId="{CF2050F1-78B8-F74B-9269-57132190F89C}" dt="2025-12-07T11:10:17.856" v="2" actId="26606"/>
          <ac:spMkLst>
            <pc:docMk/>
            <pc:sldMk cId="929879204" sldId="268"/>
            <ac:spMk id="3" creationId="{440BE431-D1A8-EA28-DE6A-4EE652E8FCBB}"/>
          </ac:spMkLst>
        </pc:spChg>
        <pc:spChg chg="add">
          <ac:chgData name="SOHAM AHIRE STUDENT AGN" userId="9abeacb0-24a3-4fe0-862d-26f9524bb553" providerId="ADAL" clId="{CF2050F1-78B8-F74B-9269-57132190F89C}" dt="2025-12-07T11:10:17.856" v="2" actId="26606"/>
          <ac:spMkLst>
            <pc:docMk/>
            <pc:sldMk cId="929879204" sldId="268"/>
            <ac:spMk id="8" creationId="{907EF6B7-1338-4443-8C46-6A318D952DFD}"/>
          </ac:spMkLst>
        </pc:spChg>
        <pc:spChg chg="add del">
          <ac:chgData name="SOHAM AHIRE STUDENT AGN" userId="9abeacb0-24a3-4fe0-862d-26f9524bb553" providerId="ADAL" clId="{CF2050F1-78B8-F74B-9269-57132190F89C}" dt="2025-12-07T11:10:17.561" v="1" actId="26606"/>
          <ac:spMkLst>
            <pc:docMk/>
            <pc:sldMk cId="929879204" sldId="268"/>
            <ac:spMk id="10" creationId="{59A309A7-1751-4ABE-A3C1-EEC40366AD89}"/>
          </ac:spMkLst>
        </pc:spChg>
        <pc:spChg chg="add del">
          <ac:chgData name="SOHAM AHIRE STUDENT AGN" userId="9abeacb0-24a3-4fe0-862d-26f9524bb553" providerId="ADAL" clId="{CF2050F1-78B8-F74B-9269-57132190F89C}" dt="2025-12-07T11:10:17.561" v="1" actId="26606"/>
          <ac:spMkLst>
            <pc:docMk/>
            <pc:sldMk cId="929879204" sldId="268"/>
            <ac:spMk id="12" creationId="{967D8EB6-EAE1-4F9C-B398-83321E287204}"/>
          </ac:spMkLst>
        </pc:spChg>
        <pc:spChg chg="add">
          <ac:chgData name="SOHAM AHIRE STUDENT AGN" userId="9abeacb0-24a3-4fe0-862d-26f9524bb553" providerId="ADAL" clId="{CF2050F1-78B8-F74B-9269-57132190F89C}" dt="2025-12-07T11:10:17.856" v="2" actId="26606"/>
          <ac:spMkLst>
            <pc:docMk/>
            <pc:sldMk cId="929879204" sldId="268"/>
            <ac:spMk id="14" creationId="{DAAE4CDD-124C-4DCF-9584-B6033B545DD5}"/>
          </ac:spMkLst>
        </pc:spChg>
        <pc:spChg chg="add">
          <ac:chgData name="SOHAM AHIRE STUDENT AGN" userId="9abeacb0-24a3-4fe0-862d-26f9524bb553" providerId="ADAL" clId="{CF2050F1-78B8-F74B-9269-57132190F89C}" dt="2025-12-07T11:10:17.856" v="2" actId="26606"/>
          <ac:spMkLst>
            <pc:docMk/>
            <pc:sldMk cId="929879204" sldId="268"/>
            <ac:spMk id="15" creationId="{081E4A58-353D-44AE-B2FC-2A74E2E400F7}"/>
          </ac:spMkLst>
        </pc:spChg>
        <pc:picChg chg="add del">
          <ac:chgData name="SOHAM AHIRE STUDENT AGN" userId="9abeacb0-24a3-4fe0-862d-26f9524bb553" providerId="ADAL" clId="{CF2050F1-78B8-F74B-9269-57132190F89C}" dt="2025-12-07T11:10:17.561" v="1" actId="26606"/>
          <ac:picMkLst>
            <pc:docMk/>
            <pc:sldMk cId="929879204" sldId="268"/>
            <ac:picMk id="7" creationId="{9FD0047E-8B8D-4D67-E4F3-7F69891294F5}"/>
          </ac:picMkLst>
        </pc:picChg>
      </pc:sldChg>
    </pc:docChg>
  </pc:docChgLst>
  <pc:docChgLst>
    <pc:chgData name="SOHAM AHIRE STUDENT AGN" userId="S::2569.agn@aryagurukul.in::9abeacb0-24a3-4fe0-862d-26f9524bb553" providerId="AD" clId="Web-{02437741-EEC1-4A53-8C88-F1FC4A2EA00F}"/>
    <pc:docChg chg="modSld">
      <pc:chgData name="SOHAM AHIRE STUDENT AGN" userId="S::2569.agn@aryagurukul.in::9abeacb0-24a3-4fe0-862d-26f9524bb553" providerId="AD" clId="Web-{02437741-EEC1-4A53-8C88-F1FC4A2EA00F}" dt="2025-12-07T11:13:10.396" v="30" actId="20577"/>
      <pc:docMkLst>
        <pc:docMk/>
      </pc:docMkLst>
      <pc:sldChg chg="modSp">
        <pc:chgData name="SOHAM AHIRE STUDENT AGN" userId="S::2569.agn@aryagurukul.in::9abeacb0-24a3-4fe0-862d-26f9524bb553" providerId="AD" clId="Web-{02437741-EEC1-4A53-8C88-F1FC4A2EA00F}" dt="2025-12-07T11:13:10.396" v="30" actId="20577"/>
        <pc:sldMkLst>
          <pc:docMk/>
          <pc:sldMk cId="0" sldId="261"/>
        </pc:sldMkLst>
        <pc:spChg chg="mod">
          <ac:chgData name="SOHAM AHIRE STUDENT AGN" userId="S::2569.agn@aryagurukul.in::9abeacb0-24a3-4fe0-862d-26f9524bb553" providerId="AD" clId="Web-{02437741-EEC1-4A53-8C88-F1FC4A2EA00F}" dt="2025-12-07T11:13:10.396" v="30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SOHAM AHIRE STUDENT AGN" userId="S::2569.agn@aryagurukul.in::9abeacb0-24a3-4fe0-862d-26f9524bb553" providerId="AD" clId="Web-{02437741-EEC1-4A53-8C88-F1FC4A2EA00F}" dt="2025-12-07T11:04:00.332" v="5" actId="20577"/>
        <pc:sldMkLst>
          <pc:docMk/>
          <pc:sldMk cId="2000178031" sldId="266"/>
        </pc:sldMkLst>
        <pc:spChg chg="mod">
          <ac:chgData name="SOHAM AHIRE STUDENT AGN" userId="S::2569.agn@aryagurukul.in::9abeacb0-24a3-4fe0-862d-26f9524bb553" providerId="AD" clId="Web-{02437741-EEC1-4A53-8C88-F1FC4A2EA00F}" dt="2025-12-07T11:04:00.332" v="5" actId="20577"/>
          <ac:spMkLst>
            <pc:docMk/>
            <pc:sldMk cId="2000178031" sldId="266"/>
            <ac:spMk id="3" creationId="{FB5930BC-3791-D22D-C06E-16F4DC79C4AE}"/>
          </ac:spMkLst>
        </pc:spChg>
      </pc:sldChg>
      <pc:sldChg chg="modSp">
        <pc:chgData name="SOHAM AHIRE STUDENT AGN" userId="S::2569.agn@aryagurukul.in::9abeacb0-24a3-4fe0-862d-26f9524bb553" providerId="AD" clId="Web-{02437741-EEC1-4A53-8C88-F1FC4A2EA00F}" dt="2025-12-07T11:11:11.644" v="12" actId="20577"/>
        <pc:sldMkLst>
          <pc:docMk/>
          <pc:sldMk cId="929879204" sldId="268"/>
        </pc:sldMkLst>
        <pc:spChg chg="mod">
          <ac:chgData name="SOHAM AHIRE STUDENT AGN" userId="S::2569.agn@aryagurukul.in::9abeacb0-24a3-4fe0-862d-26f9524bb553" providerId="AD" clId="Web-{02437741-EEC1-4A53-8C88-F1FC4A2EA00F}" dt="2025-12-07T11:11:11.644" v="12" actId="20577"/>
          <ac:spMkLst>
            <pc:docMk/>
            <pc:sldMk cId="929879204" sldId="268"/>
            <ac:spMk id="3" creationId="{440BE431-D1A8-EA28-DE6A-4EE652E8FCBB}"/>
          </ac:spMkLst>
        </pc:spChg>
      </pc:sldChg>
    </pc:docChg>
  </pc:docChgLst>
  <pc:docChgLst>
    <pc:chgData name="SOHAM AHIRE STUDENT AGN" userId="9abeacb0-24a3-4fe0-862d-26f9524bb553" providerId="ADAL" clId="{1E983B25-1769-3F72-8708-FA675187F033}"/>
    <pc:docChg chg="custSel modSld">
      <pc:chgData name="SOHAM AHIRE STUDENT AGN" userId="9abeacb0-24a3-4fe0-862d-26f9524bb553" providerId="ADAL" clId="{1E983B25-1769-3F72-8708-FA675187F033}" dt="2025-12-07T11:05:50.721" v="3" actId="478"/>
      <pc:docMkLst>
        <pc:docMk/>
      </pc:docMkLst>
      <pc:sldChg chg="addSp delSp modSp">
        <pc:chgData name="SOHAM AHIRE STUDENT AGN" userId="9abeacb0-24a3-4fe0-862d-26f9524bb553" providerId="ADAL" clId="{1E983B25-1769-3F72-8708-FA675187F033}" dt="2025-12-07T11:05:50.721" v="3" actId="478"/>
        <pc:sldMkLst>
          <pc:docMk/>
          <pc:sldMk cId="0" sldId="257"/>
        </pc:sldMkLst>
        <pc:graphicFrameChg chg="add del modGraphic">
          <ac:chgData name="SOHAM AHIRE STUDENT AGN" userId="9abeacb0-24a3-4fe0-862d-26f9524bb553" providerId="ADAL" clId="{1E983B25-1769-3F72-8708-FA675187F033}" dt="2025-12-07T11:05:50.721" v="3" actId="478"/>
          <ac:graphicFrameMkLst>
            <pc:docMk/>
            <pc:sldMk cId="0" sldId="257"/>
            <ac:graphicFrameMk id="4" creationId="{D4721BC7-5697-C211-BF89-E2832167F1F4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079B6C-B5F7-4927-92FD-1DAB587C585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794B65B-C123-4408-8322-31E3B3AFBAC1}">
      <dgm:prSet custT="1"/>
      <dgm:spPr/>
      <dgm:t>
        <a:bodyPr/>
        <a:lstStyle/>
        <a:p>
          <a:r>
            <a:rPr lang="en-US" sz="2000"/>
            <a:t>• LCD and Keypad integration</a:t>
          </a:r>
        </a:p>
      </dgm:t>
    </dgm:pt>
    <dgm:pt modelId="{D19AD3A9-AB61-45A1-AC7E-F1847C66E7E5}" type="parTrans" cxnId="{1D0980DA-A647-4A8D-B198-864C24104F96}">
      <dgm:prSet/>
      <dgm:spPr/>
      <dgm:t>
        <a:bodyPr/>
        <a:lstStyle/>
        <a:p>
          <a:endParaRPr lang="en-US"/>
        </a:p>
      </dgm:t>
    </dgm:pt>
    <dgm:pt modelId="{E06564A7-91CC-4616-A4F5-C135CD93F056}" type="sibTrans" cxnId="{1D0980DA-A647-4A8D-B198-864C24104F96}">
      <dgm:prSet/>
      <dgm:spPr/>
      <dgm:t>
        <a:bodyPr/>
        <a:lstStyle/>
        <a:p>
          <a:endParaRPr lang="en-US"/>
        </a:p>
      </dgm:t>
    </dgm:pt>
    <dgm:pt modelId="{909F3AA4-926B-4A28-9FFB-9246913271F1}">
      <dgm:prSet custT="1"/>
      <dgm:spPr/>
      <dgm:t>
        <a:bodyPr/>
        <a:lstStyle/>
        <a:p>
          <a:r>
            <a:rPr lang="en-US" sz="2000"/>
            <a:t>• User selects condition (Diabetes/Hypertension)</a:t>
          </a:r>
        </a:p>
      </dgm:t>
    </dgm:pt>
    <dgm:pt modelId="{804A0E9A-309B-462E-8CE9-3F1039BFE79F}" type="parTrans" cxnId="{91B69A10-B022-48D9-8A1A-CC383B91F00A}">
      <dgm:prSet/>
      <dgm:spPr/>
      <dgm:t>
        <a:bodyPr/>
        <a:lstStyle/>
        <a:p>
          <a:endParaRPr lang="en-US"/>
        </a:p>
      </dgm:t>
    </dgm:pt>
    <dgm:pt modelId="{4BD412BD-B45C-49B7-A6FA-19F2C53BDDFE}" type="sibTrans" cxnId="{91B69A10-B022-48D9-8A1A-CC383B91F00A}">
      <dgm:prSet/>
      <dgm:spPr/>
      <dgm:t>
        <a:bodyPr/>
        <a:lstStyle/>
        <a:p>
          <a:endParaRPr lang="en-US"/>
        </a:p>
      </dgm:t>
    </dgm:pt>
    <dgm:pt modelId="{C6D3A82E-B2EE-48C3-BFDE-2932ACE9AF72}">
      <dgm:prSet custT="1"/>
      <dgm:spPr/>
      <dgm:t>
        <a:bodyPr/>
        <a:lstStyle/>
        <a:p>
          <a:r>
            <a:rPr lang="en-US" sz="2000"/>
            <a:t>• Displays diet chart on LCD</a:t>
          </a:r>
        </a:p>
      </dgm:t>
    </dgm:pt>
    <dgm:pt modelId="{0785ED75-85FF-4311-AF21-B127F3C73D31}" type="parTrans" cxnId="{705DC630-CA15-47D4-A70D-B8A407E4B884}">
      <dgm:prSet/>
      <dgm:spPr/>
      <dgm:t>
        <a:bodyPr/>
        <a:lstStyle/>
        <a:p>
          <a:endParaRPr lang="en-US"/>
        </a:p>
      </dgm:t>
    </dgm:pt>
    <dgm:pt modelId="{4869E1B9-DEE1-4530-B4B3-2E79CCC37E38}" type="sibTrans" cxnId="{705DC630-CA15-47D4-A70D-B8A407E4B884}">
      <dgm:prSet/>
      <dgm:spPr/>
      <dgm:t>
        <a:bodyPr/>
        <a:lstStyle/>
        <a:p>
          <a:endParaRPr lang="en-US"/>
        </a:p>
      </dgm:t>
    </dgm:pt>
    <dgm:pt modelId="{A768F7DE-5FAA-714A-A56B-40DAF7841ADC}" type="pres">
      <dgm:prSet presAssocID="{03079B6C-B5F7-4927-92FD-1DAB587C585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ADFF847-5331-184B-A014-10BB97819B1C}" type="pres">
      <dgm:prSet presAssocID="{E794B65B-C123-4408-8322-31E3B3AFBAC1}" presName="hierRoot1" presStyleCnt="0"/>
      <dgm:spPr/>
    </dgm:pt>
    <dgm:pt modelId="{45DA153D-F9DD-1F49-8965-6239FA7231ED}" type="pres">
      <dgm:prSet presAssocID="{E794B65B-C123-4408-8322-31E3B3AFBAC1}" presName="composite" presStyleCnt="0"/>
      <dgm:spPr/>
    </dgm:pt>
    <dgm:pt modelId="{952F1411-0213-C542-A790-21E9BBD3F3CA}" type="pres">
      <dgm:prSet presAssocID="{E794B65B-C123-4408-8322-31E3B3AFBAC1}" presName="background" presStyleLbl="node0" presStyleIdx="0" presStyleCnt="3"/>
      <dgm:spPr/>
    </dgm:pt>
    <dgm:pt modelId="{366D5CC5-CBEB-FF45-8FDC-3F856ED0249B}" type="pres">
      <dgm:prSet presAssocID="{E794B65B-C123-4408-8322-31E3B3AFBAC1}" presName="text" presStyleLbl="fgAcc0" presStyleIdx="0" presStyleCnt="3">
        <dgm:presLayoutVars>
          <dgm:chPref val="3"/>
        </dgm:presLayoutVars>
      </dgm:prSet>
      <dgm:spPr/>
    </dgm:pt>
    <dgm:pt modelId="{34629D1C-69E3-FE40-8F38-F0759718802F}" type="pres">
      <dgm:prSet presAssocID="{E794B65B-C123-4408-8322-31E3B3AFBAC1}" presName="hierChild2" presStyleCnt="0"/>
      <dgm:spPr/>
    </dgm:pt>
    <dgm:pt modelId="{A0968CAA-28F1-794B-8ED9-551B2E7EB716}" type="pres">
      <dgm:prSet presAssocID="{909F3AA4-926B-4A28-9FFB-9246913271F1}" presName="hierRoot1" presStyleCnt="0"/>
      <dgm:spPr/>
    </dgm:pt>
    <dgm:pt modelId="{F46317AD-FB64-0F4D-9775-BC27FC335936}" type="pres">
      <dgm:prSet presAssocID="{909F3AA4-926B-4A28-9FFB-9246913271F1}" presName="composite" presStyleCnt="0"/>
      <dgm:spPr/>
    </dgm:pt>
    <dgm:pt modelId="{97AC6F69-2B08-6641-BB89-9CB49FCD6DDB}" type="pres">
      <dgm:prSet presAssocID="{909F3AA4-926B-4A28-9FFB-9246913271F1}" presName="background" presStyleLbl="node0" presStyleIdx="1" presStyleCnt="3"/>
      <dgm:spPr/>
    </dgm:pt>
    <dgm:pt modelId="{E7B405A8-71BC-0646-855B-D49972F159C2}" type="pres">
      <dgm:prSet presAssocID="{909F3AA4-926B-4A28-9FFB-9246913271F1}" presName="text" presStyleLbl="fgAcc0" presStyleIdx="1" presStyleCnt="3">
        <dgm:presLayoutVars>
          <dgm:chPref val="3"/>
        </dgm:presLayoutVars>
      </dgm:prSet>
      <dgm:spPr/>
    </dgm:pt>
    <dgm:pt modelId="{8CF89D21-2B38-7A44-8BCE-FF56B974F32E}" type="pres">
      <dgm:prSet presAssocID="{909F3AA4-926B-4A28-9FFB-9246913271F1}" presName="hierChild2" presStyleCnt="0"/>
      <dgm:spPr/>
    </dgm:pt>
    <dgm:pt modelId="{C80FC5A6-FB50-9D4F-89A6-B847495C660C}" type="pres">
      <dgm:prSet presAssocID="{C6D3A82E-B2EE-48C3-BFDE-2932ACE9AF72}" presName="hierRoot1" presStyleCnt="0"/>
      <dgm:spPr/>
    </dgm:pt>
    <dgm:pt modelId="{2584DC36-B149-2940-BD67-0C318D81D505}" type="pres">
      <dgm:prSet presAssocID="{C6D3A82E-B2EE-48C3-BFDE-2932ACE9AF72}" presName="composite" presStyleCnt="0"/>
      <dgm:spPr/>
    </dgm:pt>
    <dgm:pt modelId="{EE0FF6B6-1469-8C42-816F-83640F2E3ACD}" type="pres">
      <dgm:prSet presAssocID="{C6D3A82E-B2EE-48C3-BFDE-2932ACE9AF72}" presName="background" presStyleLbl="node0" presStyleIdx="2" presStyleCnt="3"/>
      <dgm:spPr/>
    </dgm:pt>
    <dgm:pt modelId="{4E97DCDF-A70E-274C-B494-EDC65ECB41A7}" type="pres">
      <dgm:prSet presAssocID="{C6D3A82E-B2EE-48C3-BFDE-2932ACE9AF72}" presName="text" presStyleLbl="fgAcc0" presStyleIdx="2" presStyleCnt="3">
        <dgm:presLayoutVars>
          <dgm:chPref val="3"/>
        </dgm:presLayoutVars>
      </dgm:prSet>
      <dgm:spPr/>
    </dgm:pt>
    <dgm:pt modelId="{10270292-961A-2646-A6C3-360FE38182AE}" type="pres">
      <dgm:prSet presAssocID="{C6D3A82E-B2EE-48C3-BFDE-2932ACE9AF72}" presName="hierChild2" presStyleCnt="0"/>
      <dgm:spPr/>
    </dgm:pt>
  </dgm:ptLst>
  <dgm:cxnLst>
    <dgm:cxn modelId="{91B69A10-B022-48D9-8A1A-CC383B91F00A}" srcId="{03079B6C-B5F7-4927-92FD-1DAB587C5857}" destId="{909F3AA4-926B-4A28-9FFB-9246913271F1}" srcOrd="1" destOrd="0" parTransId="{804A0E9A-309B-462E-8CE9-3F1039BFE79F}" sibTransId="{4BD412BD-B45C-49B7-A6FA-19F2C53BDDFE}"/>
    <dgm:cxn modelId="{705DC630-CA15-47D4-A70D-B8A407E4B884}" srcId="{03079B6C-B5F7-4927-92FD-1DAB587C5857}" destId="{C6D3A82E-B2EE-48C3-BFDE-2932ACE9AF72}" srcOrd="2" destOrd="0" parTransId="{0785ED75-85FF-4311-AF21-B127F3C73D31}" sibTransId="{4869E1B9-DEE1-4530-B4B3-2E79CCC37E38}"/>
    <dgm:cxn modelId="{31C81777-74D0-A44E-A561-DFB464345E3E}" type="presOf" srcId="{909F3AA4-926B-4A28-9FFB-9246913271F1}" destId="{E7B405A8-71BC-0646-855B-D49972F159C2}" srcOrd="0" destOrd="0" presId="urn:microsoft.com/office/officeart/2005/8/layout/hierarchy1"/>
    <dgm:cxn modelId="{5B7B517C-C67B-C642-901E-3F1E6C9918CF}" type="presOf" srcId="{C6D3A82E-B2EE-48C3-BFDE-2932ACE9AF72}" destId="{4E97DCDF-A70E-274C-B494-EDC65ECB41A7}" srcOrd="0" destOrd="0" presId="urn:microsoft.com/office/officeart/2005/8/layout/hierarchy1"/>
    <dgm:cxn modelId="{8B43C187-299C-DE4E-AC90-C0167FFAA368}" type="presOf" srcId="{E794B65B-C123-4408-8322-31E3B3AFBAC1}" destId="{366D5CC5-CBEB-FF45-8FDC-3F856ED0249B}" srcOrd="0" destOrd="0" presId="urn:microsoft.com/office/officeart/2005/8/layout/hierarchy1"/>
    <dgm:cxn modelId="{1D0980DA-A647-4A8D-B198-864C24104F96}" srcId="{03079B6C-B5F7-4927-92FD-1DAB587C5857}" destId="{E794B65B-C123-4408-8322-31E3B3AFBAC1}" srcOrd="0" destOrd="0" parTransId="{D19AD3A9-AB61-45A1-AC7E-F1847C66E7E5}" sibTransId="{E06564A7-91CC-4616-A4F5-C135CD93F056}"/>
    <dgm:cxn modelId="{B3F1D6E2-41C4-444A-8BEB-7FD3768ADDC3}" type="presOf" srcId="{03079B6C-B5F7-4927-92FD-1DAB587C5857}" destId="{A768F7DE-5FAA-714A-A56B-40DAF7841ADC}" srcOrd="0" destOrd="0" presId="urn:microsoft.com/office/officeart/2005/8/layout/hierarchy1"/>
    <dgm:cxn modelId="{B7FB2833-B7C7-2A4F-AEDB-124A6C02A752}" type="presParOf" srcId="{A768F7DE-5FAA-714A-A56B-40DAF7841ADC}" destId="{0ADFF847-5331-184B-A014-10BB97819B1C}" srcOrd="0" destOrd="0" presId="urn:microsoft.com/office/officeart/2005/8/layout/hierarchy1"/>
    <dgm:cxn modelId="{ECB9584E-137E-6347-95F3-4C8D21CE54C1}" type="presParOf" srcId="{0ADFF847-5331-184B-A014-10BB97819B1C}" destId="{45DA153D-F9DD-1F49-8965-6239FA7231ED}" srcOrd="0" destOrd="0" presId="urn:microsoft.com/office/officeart/2005/8/layout/hierarchy1"/>
    <dgm:cxn modelId="{1A3C7265-7AD9-0B42-83EA-A8E8D748021C}" type="presParOf" srcId="{45DA153D-F9DD-1F49-8965-6239FA7231ED}" destId="{952F1411-0213-C542-A790-21E9BBD3F3CA}" srcOrd="0" destOrd="0" presId="urn:microsoft.com/office/officeart/2005/8/layout/hierarchy1"/>
    <dgm:cxn modelId="{CC1F1252-1EAA-8241-A586-90163475501C}" type="presParOf" srcId="{45DA153D-F9DD-1F49-8965-6239FA7231ED}" destId="{366D5CC5-CBEB-FF45-8FDC-3F856ED0249B}" srcOrd="1" destOrd="0" presId="urn:microsoft.com/office/officeart/2005/8/layout/hierarchy1"/>
    <dgm:cxn modelId="{ED3FDEF3-7826-E541-AD5F-9803FC2432E7}" type="presParOf" srcId="{0ADFF847-5331-184B-A014-10BB97819B1C}" destId="{34629D1C-69E3-FE40-8F38-F0759718802F}" srcOrd="1" destOrd="0" presId="urn:microsoft.com/office/officeart/2005/8/layout/hierarchy1"/>
    <dgm:cxn modelId="{CE44413E-A5F0-8C43-AACC-9EA34DB6BEF1}" type="presParOf" srcId="{A768F7DE-5FAA-714A-A56B-40DAF7841ADC}" destId="{A0968CAA-28F1-794B-8ED9-551B2E7EB716}" srcOrd="1" destOrd="0" presId="urn:microsoft.com/office/officeart/2005/8/layout/hierarchy1"/>
    <dgm:cxn modelId="{8D9BB215-7643-2542-BECB-9D3DEDA69F96}" type="presParOf" srcId="{A0968CAA-28F1-794B-8ED9-551B2E7EB716}" destId="{F46317AD-FB64-0F4D-9775-BC27FC335936}" srcOrd="0" destOrd="0" presId="urn:microsoft.com/office/officeart/2005/8/layout/hierarchy1"/>
    <dgm:cxn modelId="{A347FA88-BF9C-7143-BD59-30E1D51A4CB6}" type="presParOf" srcId="{F46317AD-FB64-0F4D-9775-BC27FC335936}" destId="{97AC6F69-2B08-6641-BB89-9CB49FCD6DDB}" srcOrd="0" destOrd="0" presId="urn:microsoft.com/office/officeart/2005/8/layout/hierarchy1"/>
    <dgm:cxn modelId="{1A0DD906-3A0C-6645-B5CA-095193160AD5}" type="presParOf" srcId="{F46317AD-FB64-0F4D-9775-BC27FC335936}" destId="{E7B405A8-71BC-0646-855B-D49972F159C2}" srcOrd="1" destOrd="0" presId="urn:microsoft.com/office/officeart/2005/8/layout/hierarchy1"/>
    <dgm:cxn modelId="{B630BDFA-CA87-6D44-96E2-8A548FDFB9DB}" type="presParOf" srcId="{A0968CAA-28F1-794B-8ED9-551B2E7EB716}" destId="{8CF89D21-2B38-7A44-8BCE-FF56B974F32E}" srcOrd="1" destOrd="0" presId="urn:microsoft.com/office/officeart/2005/8/layout/hierarchy1"/>
    <dgm:cxn modelId="{B2455898-3CAE-1343-9E84-97C1BA346CBF}" type="presParOf" srcId="{A768F7DE-5FAA-714A-A56B-40DAF7841ADC}" destId="{C80FC5A6-FB50-9D4F-89A6-B847495C660C}" srcOrd="2" destOrd="0" presId="urn:microsoft.com/office/officeart/2005/8/layout/hierarchy1"/>
    <dgm:cxn modelId="{A4B6CA9F-B92A-9344-9933-C1AB2DE539AC}" type="presParOf" srcId="{C80FC5A6-FB50-9D4F-89A6-B847495C660C}" destId="{2584DC36-B149-2940-BD67-0C318D81D505}" srcOrd="0" destOrd="0" presId="urn:microsoft.com/office/officeart/2005/8/layout/hierarchy1"/>
    <dgm:cxn modelId="{9E48FAEB-A287-D14C-91EF-A419D88D2D8B}" type="presParOf" srcId="{2584DC36-B149-2940-BD67-0C318D81D505}" destId="{EE0FF6B6-1469-8C42-816F-83640F2E3ACD}" srcOrd="0" destOrd="0" presId="urn:microsoft.com/office/officeart/2005/8/layout/hierarchy1"/>
    <dgm:cxn modelId="{94254EDF-45DF-224B-8BBA-6D901F60B245}" type="presParOf" srcId="{2584DC36-B149-2940-BD67-0C318D81D505}" destId="{4E97DCDF-A70E-274C-B494-EDC65ECB41A7}" srcOrd="1" destOrd="0" presId="urn:microsoft.com/office/officeart/2005/8/layout/hierarchy1"/>
    <dgm:cxn modelId="{3712B348-B593-8244-B529-BB2FF4A1E02C}" type="presParOf" srcId="{C80FC5A6-FB50-9D4F-89A6-B847495C660C}" destId="{10270292-961A-2646-A6C3-360FE38182A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F1411-0213-C542-A790-21E9BBD3F3CA}">
      <dsp:nvSpPr>
        <dsp:cNvPr id="0" name=""/>
        <dsp:cNvSpPr/>
      </dsp:nvSpPr>
      <dsp:spPr>
        <a:xfrm>
          <a:off x="0" y="1347179"/>
          <a:ext cx="2473940" cy="15709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6D5CC5-CBEB-FF45-8FDC-3F856ED0249B}">
      <dsp:nvSpPr>
        <dsp:cNvPr id="0" name=""/>
        <dsp:cNvSpPr/>
      </dsp:nvSpPr>
      <dsp:spPr>
        <a:xfrm>
          <a:off x="274882" y="1608317"/>
          <a:ext cx="2473940" cy="15709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LCD and Keypad integration</a:t>
          </a:r>
        </a:p>
      </dsp:txBody>
      <dsp:txXfrm>
        <a:off x="320894" y="1654329"/>
        <a:ext cx="2381916" cy="1478928"/>
      </dsp:txXfrm>
    </dsp:sp>
    <dsp:sp modelId="{97AC6F69-2B08-6641-BB89-9CB49FCD6DDB}">
      <dsp:nvSpPr>
        <dsp:cNvPr id="0" name=""/>
        <dsp:cNvSpPr/>
      </dsp:nvSpPr>
      <dsp:spPr>
        <a:xfrm>
          <a:off x="3023705" y="1347179"/>
          <a:ext cx="2473940" cy="15709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B405A8-71BC-0646-855B-D49972F159C2}">
      <dsp:nvSpPr>
        <dsp:cNvPr id="0" name=""/>
        <dsp:cNvSpPr/>
      </dsp:nvSpPr>
      <dsp:spPr>
        <a:xfrm>
          <a:off x="3298587" y="1608317"/>
          <a:ext cx="2473940" cy="15709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User selects condition (Diabetes/Hypertension)</a:t>
          </a:r>
        </a:p>
      </dsp:txBody>
      <dsp:txXfrm>
        <a:off x="3344599" y="1654329"/>
        <a:ext cx="2381916" cy="1478928"/>
      </dsp:txXfrm>
    </dsp:sp>
    <dsp:sp modelId="{EE0FF6B6-1469-8C42-816F-83640F2E3ACD}">
      <dsp:nvSpPr>
        <dsp:cNvPr id="0" name=""/>
        <dsp:cNvSpPr/>
      </dsp:nvSpPr>
      <dsp:spPr>
        <a:xfrm>
          <a:off x="6047410" y="1347179"/>
          <a:ext cx="2473940" cy="15709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97DCDF-A70E-274C-B494-EDC65ECB41A7}">
      <dsp:nvSpPr>
        <dsp:cNvPr id="0" name=""/>
        <dsp:cNvSpPr/>
      </dsp:nvSpPr>
      <dsp:spPr>
        <a:xfrm>
          <a:off x="6322293" y="1608317"/>
          <a:ext cx="2473940" cy="15709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Displays diet chart on LCD</a:t>
          </a:r>
        </a:p>
      </dsp:txBody>
      <dsp:txXfrm>
        <a:off x="6368305" y="1654329"/>
        <a:ext cx="2381916" cy="14789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0062" y="801482"/>
            <a:ext cx="3604497" cy="3827964"/>
          </a:xfrm>
        </p:spPr>
        <p:txBody>
          <a:bodyPr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GB" sz="4800">
                <a:solidFill>
                  <a:schemeClr val="tx2"/>
                </a:solidFill>
                <a:ea typeface="Calibri"/>
                <a:cs typeface="Calibri"/>
              </a:rPr>
              <a:t>HEALTHCARE</a:t>
            </a:r>
            <a:br>
              <a:rPr lang="en-GB" sz="4800">
                <a:ea typeface="Calibri"/>
                <a:cs typeface="Calibri"/>
              </a:rPr>
            </a:br>
            <a:r>
              <a:rPr lang="en-GB" sz="4800">
                <a:solidFill>
                  <a:schemeClr val="tx2"/>
                </a:solidFill>
                <a:ea typeface="Calibri"/>
                <a:cs typeface="Calibri"/>
              </a:rPr>
              <a:t>          &amp;</a:t>
            </a:r>
            <a:br>
              <a:rPr lang="en-GB" sz="4800">
                <a:ea typeface="Calibri"/>
                <a:cs typeface="Calibri"/>
              </a:rPr>
            </a:br>
            <a:r>
              <a:rPr lang="en-GB" sz="4800">
                <a:solidFill>
                  <a:schemeClr val="tx2"/>
                </a:solidFill>
                <a:ea typeface="Calibri"/>
                <a:cs typeface="Calibri"/>
              </a:rPr>
              <a:t>WELLBEING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793345">
            <a:off x="10155219" y="1202568"/>
            <a:ext cx="3604268" cy="838831"/>
          </a:xfrm>
        </p:spPr>
        <p:txBody>
          <a:bodyPr anchor="b">
            <a:normAutofit/>
          </a:bodyPr>
          <a:lstStyle/>
          <a:p>
            <a:pPr algn="l"/>
            <a:endParaRPr lang="en-GB" sz="1700">
              <a:solidFill>
                <a:schemeClr val="tx2"/>
              </a:solidFill>
            </a:endParaRPr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2CE8652C-06E8-64F6-6F8A-70C8854B1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d toy person in front of two lines of white figures">
            <a:extLst>
              <a:ext uri="{FF2B5EF4-FFF2-40B4-BE49-F238E27FC236}">
                <a16:creationId xmlns:a16="http://schemas.microsoft.com/office/drawing/2014/main" id="{9BBEC2A5-2070-D298-8C01-50E93DC83E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77" r="28621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1807F-CCCA-E1EF-DB7A-DB27DF1CF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>
            <a:normAutofit/>
          </a:bodyPr>
          <a:lstStyle/>
          <a:p>
            <a:r>
              <a:rPr lang="en-US"/>
              <a:t>Problem</a:t>
            </a:r>
            <a:r>
              <a:rPr lang="en-US" sz="350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930BC-3791-D22D-C06E-16F4DC79C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 fontScale="55000" lnSpcReduction="20000"/>
          </a:bodyPr>
          <a:lstStyle/>
          <a:p>
            <a:pPr algn="ctr"/>
            <a:r>
              <a:rPr lang="en-US" sz="4400">
                <a:latin typeface="Calibri"/>
                <a:ea typeface="Calibri"/>
                <a:cs typeface="Calibri"/>
              </a:rPr>
              <a:t>The number of people with diabetes has increased significantly from 32 million in 2000 to 101 million in 2025.</a:t>
            </a:r>
            <a:endParaRPr lang="en-US" sz="1100">
              <a:latin typeface="Segoe UI"/>
              <a:ea typeface="Calibri"/>
              <a:cs typeface="Segoe UI"/>
            </a:endParaRPr>
          </a:p>
          <a:p>
            <a:r>
              <a:rPr lang="en-US" sz="4400">
                <a:latin typeface="Calibri"/>
                <a:ea typeface="Calibri"/>
                <a:cs typeface="Calibri"/>
              </a:rPr>
              <a:t>REASON: Factors such as poor diet, lack of physical activity, lifestyle changes, and increased stress level contribute to the hypertension epidemic.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78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B2FE06-C644-BB5F-F860-512AD716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Diabetes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Health">
            <a:extLst>
              <a:ext uri="{FF2B5EF4-FFF2-40B4-BE49-F238E27FC236}">
                <a16:creationId xmlns:a16="http://schemas.microsoft.com/office/drawing/2014/main" id="{C3E83AD3-50C5-C87B-6BD0-2D61615FB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32879-1C97-4E41-599D-819F669A6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0579" y="2947260"/>
            <a:ext cx="4003614" cy="2927188"/>
          </a:xfrm>
        </p:spPr>
        <p:txBody>
          <a:bodyPr anchor="ctr">
            <a:noAutofit/>
          </a:bodyPr>
          <a:lstStyle/>
          <a:p>
            <a:r>
              <a:rPr lang="en-GB" sz="2400">
                <a:solidFill>
                  <a:srgbClr val="000000"/>
                </a:solidFill>
              </a:rPr>
              <a:t>The number of peoples </a:t>
            </a:r>
            <a:r>
              <a:rPr lang="en-US" sz="2400">
                <a:solidFill>
                  <a:srgbClr val="000000"/>
                </a:solidFill>
              </a:rPr>
              <a:t>with diabetes has </a:t>
            </a:r>
            <a:r>
              <a:rPr lang="en-GB" sz="2400">
                <a:solidFill>
                  <a:srgbClr val="000000"/>
                </a:solidFill>
              </a:rPr>
              <a:t>increase significantly from 32 million in </a:t>
            </a:r>
            <a:r>
              <a:rPr lang="en-US" sz="2400">
                <a:solidFill>
                  <a:srgbClr val="000000"/>
                </a:solidFill>
              </a:rPr>
              <a:t>2000 to 101 million in 2025.</a:t>
            </a:r>
          </a:p>
          <a:p>
            <a:endParaRPr lang="en-US" sz="2400">
              <a:solidFill>
                <a:srgbClr val="000000"/>
              </a:solidFill>
            </a:endParaRPr>
          </a:p>
          <a:p>
            <a:r>
              <a:rPr lang="en-US" sz="2400">
                <a:solidFill>
                  <a:srgbClr val="000000"/>
                </a:solidFill>
              </a:rPr>
              <a:t>REASON:</a:t>
            </a:r>
            <a:r>
              <a:rPr lang="en-GB" sz="2400">
                <a:solidFill>
                  <a:srgbClr val="000000"/>
                </a:solidFill>
              </a:rPr>
              <a:t>Factors such as poor</a:t>
            </a:r>
            <a:r>
              <a:rPr lang="en-US" sz="2400">
                <a:solidFill>
                  <a:srgbClr val="000000"/>
                </a:solidFill>
              </a:rPr>
              <a:t> diet</a:t>
            </a:r>
            <a:r>
              <a:rPr lang="en-GB" sz="2400">
                <a:solidFill>
                  <a:srgbClr val="000000"/>
                </a:solidFill>
              </a:rPr>
              <a:t> </a:t>
            </a:r>
            <a:r>
              <a:rPr lang="en-US" sz="2400">
                <a:solidFill>
                  <a:srgbClr val="000000"/>
                </a:solidFill>
              </a:rPr>
              <a:t>,lack of physical activity , lifestyle changes and </a:t>
            </a:r>
            <a:r>
              <a:rPr lang="en-GB" sz="2400">
                <a:solidFill>
                  <a:srgbClr val="000000"/>
                </a:solidFill>
              </a:rPr>
              <a:t>increase stress level contribute to the obesity epidemic</a:t>
            </a:r>
            <a:r>
              <a:rPr lang="en-US" sz="240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4925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802955"/>
            <a:ext cx="3733482" cy="1454051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chemeClr val="tx2"/>
                </a:solidFill>
              </a:rPr>
              <a:t>Introduction</a:t>
            </a:r>
          </a:p>
        </p:txBody>
      </p:sp>
      <p:pic>
        <p:nvPicPr>
          <p:cNvPr id="7" name="Graphic 6" descr="Fruit Bowl">
            <a:extLst>
              <a:ext uri="{FF2B5EF4-FFF2-40B4-BE49-F238E27FC236}">
                <a16:creationId xmlns:a16="http://schemas.microsoft.com/office/drawing/2014/main" id="{38025F82-0CAA-330D-74EA-65183EFCA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534" y="2230670"/>
            <a:ext cx="2746373" cy="274637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2421682"/>
            <a:ext cx="3733184" cy="3639289"/>
          </a:xfrm>
        </p:spPr>
        <p:txBody>
          <a:bodyPr anchor="ctr">
            <a:noAutofit/>
          </a:bodyPr>
          <a:lstStyle/>
          <a:p>
            <a:r>
              <a:rPr lang="en-GB" sz="2400">
                <a:solidFill>
                  <a:schemeClr val="tx2"/>
                </a:solidFill>
              </a:rPr>
              <a:t>Food quality and personalized nutrition are critical for health and well-being.</a:t>
            </a:r>
          </a:p>
          <a:p>
            <a:r>
              <a:rPr lang="en-GB" sz="2400">
                <a:solidFill>
                  <a:schemeClr val="tx2"/>
                </a:solidFill>
              </a:rPr>
              <a:t>This project proposes a dual-purpose AI system:</a:t>
            </a:r>
          </a:p>
          <a:p>
            <a:r>
              <a:rPr lang="en-GB" sz="2400">
                <a:solidFill>
                  <a:schemeClr val="tx2"/>
                </a:solidFill>
              </a:rPr>
              <a:t>1. Detect food and get nutritional info (sugar, carbs).</a:t>
            </a:r>
          </a:p>
          <a:p>
            <a:r>
              <a:rPr lang="en-GB" sz="2400">
                <a:solidFill>
                  <a:schemeClr val="tx2"/>
                </a:solidFill>
              </a:rPr>
              <a:t>2. Recommend diet charts for health conditions like diabetes and hypertension.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52996"/>
            <a:ext cx="4446455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75AD06-DFC4-4B3A-8490-330823D0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587C93-0840-40DF-96D5-D1F2137E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401859"/>
            <a:ext cx="3097638" cy="4054282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chemeClr val="tx2"/>
                </a:solidFill>
              </a:rPr>
              <a:t>Technologies Used</a:t>
            </a:r>
            <a:endParaRPr lang="en-GB" sz="4000">
              <a:solidFill>
                <a:schemeClr val="tx2"/>
              </a:solidFill>
              <a:ea typeface="Calibri"/>
              <a:cs typeface="Calibri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02D55A-F529-4B19-BAF9-F63240A7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379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367E3C-3947-493D-9458-5955DB20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8D9785-21DB-4CE6-B138-2999AD61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3AA5AD5-8F29-4165-8112-305DDDDDD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4EC0CF-F38F-4D7F-B48D-9A26E814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7406" y="1327679"/>
            <a:ext cx="4596404" cy="3751732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GB" sz="3600">
                <a:solidFill>
                  <a:schemeClr val="tx2"/>
                </a:solidFill>
              </a:rPr>
              <a:t>• Computer Vision: YOLOv5/YOLOv8, CNN, Vision Transformers</a:t>
            </a:r>
            <a:endParaRPr lang="en-GB" sz="3600">
              <a:solidFill>
                <a:schemeClr val="tx2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GB" sz="3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3600">
                <a:solidFill>
                  <a:schemeClr val="tx2"/>
                </a:solidFill>
              </a:rPr>
              <a:t>• NLP: For interpreting user health inputs</a:t>
            </a:r>
            <a:endParaRPr lang="en-GB" sz="3600">
              <a:solidFill>
                <a:schemeClr val="tx2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GB">
              <a:solidFill>
                <a:schemeClr val="tx2"/>
              </a:solidFill>
              <a:ea typeface="Calibri"/>
              <a:cs typeface="Calibri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A3A52F-BCB3-444D-9372-EE018B135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401977" y="4114799"/>
            <a:ext cx="2741794" cy="2743201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1E32C13-DED6-4967-85B8-68DD7710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8DDA515-BC6A-47FB-951E-E1E792875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7EEFA7-6787-4EC0-8284-6D3D27306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A9621AC-50AB-4B43-896D-78FE571A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GB" sz="3500"/>
              <a:t>Components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GB" sz="2800"/>
              <a:t>• Arduino Uno</a:t>
            </a:r>
          </a:p>
          <a:p>
            <a:r>
              <a:rPr lang="en-GB" sz="2800"/>
              <a:t>• ESP32-CAM</a:t>
            </a:r>
          </a:p>
          <a:p>
            <a:r>
              <a:rPr lang="en-GB" sz="2800"/>
              <a:t>• 16×2 LCD Display</a:t>
            </a:r>
          </a:p>
          <a:p>
            <a:r>
              <a:rPr lang="en-GB" sz="2800"/>
              <a:t>• 4×4 Keypad</a:t>
            </a:r>
          </a:p>
          <a:p>
            <a:r>
              <a:rPr lang="en-GB" sz="2800"/>
              <a:t>• </a:t>
            </a:r>
            <a:endParaRPr lang="en-GB" sz="2800">
              <a:ea typeface="Calibri"/>
              <a:cs typeface="Calibri"/>
            </a:endParaRPr>
          </a:p>
          <a:p>
            <a:endParaRPr lang="en-GB" sz="1700">
              <a:ea typeface="Calibri"/>
              <a:cs typeface="Calibri"/>
            </a:endParaRPr>
          </a:p>
        </p:txBody>
      </p:sp>
      <p:pic>
        <p:nvPicPr>
          <p:cNvPr id="5" name="Picture 4" descr="Electronics protoboard">
            <a:extLst>
              <a:ext uri="{FF2B5EF4-FFF2-40B4-BE49-F238E27FC236}">
                <a16:creationId xmlns:a16="http://schemas.microsoft.com/office/drawing/2014/main" id="{65C4CF0F-950D-3DCA-7D84-592C6335B1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23" r="44727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Arduino Code Overview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5D5FED-113A-144E-7703-0BC417D022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7605117"/>
              </p:ext>
            </p:extLst>
          </p:nvPr>
        </p:nvGraphicFramePr>
        <p:xfrm>
          <a:off x="146891" y="1648960"/>
          <a:ext cx="8796234" cy="4526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9AEFDB-56E4-7F5C-14BE-9B318640A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000">
                <a:solidFill>
                  <a:srgbClr val="FFFFFF"/>
                </a:solidFill>
                <a:ea typeface="Calibri"/>
                <a:cs typeface="Calibri"/>
              </a:rPr>
              <a:t>CONCLUSION</a:t>
            </a:r>
            <a:br>
              <a:rPr lang="en-US" sz="3000">
                <a:solidFill>
                  <a:srgbClr val="FFFFFF"/>
                </a:solidFill>
                <a:ea typeface="Calibri"/>
                <a:cs typeface="Calibri"/>
              </a:rPr>
            </a:br>
            <a:endParaRPr lang="en-US" sz="3000">
              <a:solidFill>
                <a:srgbClr val="FFFFFF"/>
              </a:solidFill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BE431-D1A8-EA28-DE6A-4EE652E8F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Arial"/>
                <a:cs typeface="Arial"/>
              </a:rPr>
              <a:t>•</a:t>
            </a:r>
            <a:r>
              <a:rPr lang="en-US">
                <a:ea typeface="Calibri"/>
                <a:cs typeface="Calibri"/>
              </a:rPr>
              <a:t>NutriVision aims to improve healthcare and well-being through AI-powered food recognition and personalized diet recommendations for hypertension and diabetes.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9879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HEALTHCARE           &amp; WELLBEING</vt:lpstr>
      <vt:lpstr>Problem </vt:lpstr>
      <vt:lpstr>Diabetes</vt:lpstr>
      <vt:lpstr>Introduction</vt:lpstr>
      <vt:lpstr>Technologies Used</vt:lpstr>
      <vt:lpstr>Components </vt:lpstr>
      <vt:lpstr>Arduino Code Overview</vt:lpstr>
      <vt:lpstr>CONCLUSION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NutriTrack – AI-Based Food Recognition &amp; Diet Planner</dc:title>
  <dc:subject/>
  <dc:creator/>
  <cp:keywords/>
  <dc:description>generated using python-pptx</dc:description>
  <cp:revision>1</cp:revision>
  <dcterms:created xsi:type="dcterms:W3CDTF">2013-01-27T09:14:16Z</dcterms:created>
  <dcterms:modified xsi:type="dcterms:W3CDTF">2025-12-07T11:13:18Z</dcterms:modified>
  <cp:category/>
</cp:coreProperties>
</file>